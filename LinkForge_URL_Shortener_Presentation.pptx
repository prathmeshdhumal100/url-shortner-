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1F5FF"/>
                </a:solidFill>
              </a:defRPr>
            </a:pPr>
            <a:r>
              <a:t>LINKFORGE</a:t>
            </a:r>
          </a:p>
          <a:p>
            <a:pPr>
              <a:defRPr sz="2300">
                <a:solidFill>
                  <a:srgbClr val="3EE0B8"/>
                </a:solidFill>
              </a:defRPr>
            </a:pPr>
            <a:r>
              <a:t>URL Shortener — Full-Stack Web Application</a:t>
            </a:r>
          </a:p>
          <a:p>
            <a:pPr>
              <a:defRPr sz="1500">
                <a:solidFill>
                  <a:srgbClr val="96A5BE"/>
                </a:solidFill>
              </a:defRPr>
            </a:pPr>
            <a:r>
              <a:t>HTML • CSS • JavaScript • Node.js • Express •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EE0B8"/>
                </a:solidFill>
              </a:defRPr>
            </a:pPr>
            <a:r>
              <a:t>DONE BY</a:t>
            </a:r>
          </a:p>
          <a:p>
            <a:pPr>
              <a:defRPr sz="1500" b="1">
                <a:solidFill>
                  <a:srgbClr val="F1F5FF"/>
                </a:solidFill>
              </a:defRPr>
            </a:pPr>
            <a:r>
              <a:t>Prathmesh Manohar Dhumal</a:t>
            </a:r>
          </a:p>
          <a:p>
            <a:pPr>
              <a:defRPr sz="1500" b="0">
                <a:solidFill>
                  <a:srgbClr val="F1F5FF"/>
                </a:solidFill>
              </a:defRPr>
            </a:pPr>
            <a:r>
              <a:t>prathmeshdhumal100@gmail.com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LinkForge converts long web addresses into compact, shareable short URLs.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The application generates a unique short code and stores the mapping in MongoDB.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Opening /s/:code retrieves the original URL and redirects the user.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Demonstrates REST APIs, route parameters, indexing, validation and full-stack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Long URLs are difficult to share, remember and display cleanly.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They can make messages, documents and social posts look cluttered.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A URL shortener needs a reliable mapping between a short identifier and the original destination.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The solution should provide fast lookup and a simple user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Build a responsive and attractive URL-shortening website.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Accept and validate HTTP/HTTPS URLs.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Generate unique short codes automatically.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Store URL mappings in MongoDB.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Use MongoDB indexes for efficient short-code lookup.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Implement Express route parameters using /s/:code.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Track redirects through a click counter.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4.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Frontend — HTML5, CSS3 and JavaScript.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Backend — Node.js with Express.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Database — MongoDB with Mongoose.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Short-code generation — NanoID.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Runtime — Node.js 18+.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5.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Browser → Frontend → Express API → Mongoose → MongoDB.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POST /api/shorten creates the URL mapping.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MongoDB stores the long URL, short code and statistics.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GET /s/:code performs the indexed lookup and redirect.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6. 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1. User enters a long URL.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2. Frontend sends POST /api/shorten.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3. Backend validates the URL and generates a seven-character code.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4. MongoDB stores the mapping.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5. Backend returns the short URL.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6. /s/:code redirects to the original destination.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7. Click count is incremented.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7. Frontend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Dark developer-themed visual design with an animated IT/code background.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Responsive layout for desktop and mobile.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Clear URL input and primary Shorten URL action.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Result panel includes a copy-to-clipboard button.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Architecture panel visually explains the application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8. Backend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POST /api/shorten — creates a short URL.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GET /api/stats/:code — returns URL and click statistics.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GET /s/:code — redirects to the original URL.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Invalid URLs return a validation error.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Unknown short codes return HTTP 404.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9. MongoDB Database &amp;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Collection: urls.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Fields: longUrl, shortCode, clicks, createdAt and lastClickedAt.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shortCode uses a unique index to prevent duplicates and speed up lookups.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createdAt uses a descending index for recent-record queries.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Mongoose provides schema validation and database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10. Route Parameters — /s/:code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Express route parameters capture dynamic values from a URL path.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In /s/:code, the value becomes req.params.code.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The server searches MongoDB using this value.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After finding the record, Express redirects to longUrl.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This demonstrates dynamic routing in Express.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11. Database Security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Database configuration is stored through environment variables.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The requested database password is configured as dpusst123 in the project template.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For real deployment, replace it with a strong secret and keep credentials out of public repositories.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MongoDB Atlas can be used for cloud hosting.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URL validation and controlled errors improve the baseline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12. Project Folder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frontend/ — index.html, CSS, JavaScript and animated background.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backend/ — server.js, package.json, environment template and Mongoose model.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database/ — MongoDB schema reference.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README.md — setup and usage instructions.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13. Testing &amp; Expected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Valid long URL → short code generated successfully.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Short URL → redirects to original destination.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Invalid URL → validation error.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Unknown short code → HTTP 404.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Repeated redirects → click count increases.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Database lookup → indexed shortCode field is used.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Responsive UI → usable on smaller screens.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14.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Custom aliases such as /s/my-project.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User accounts and private dashboards.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QR-code generation.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Expiration dates and automatic cleanup.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Analytics for clicks and referrers.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Rate limiting and abuse detection.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Custom domains and branded short links.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15.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LinkForge is a complete example of a modern full-stack URL shortener.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It combines a polished frontend with an Express backend and MongoDB persistence.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It directly demonstrates route parameters through /s/:code.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MongoDB indexes provide efficient short-code retrieval.</a:t>
            </a:r>
          </a:p>
          <a:p>
            <a:pPr>
              <a:spcAft>
                <a:spcPts val="1300"/>
              </a:spcAft>
              <a:defRPr sz="1800">
                <a:solidFill>
                  <a:srgbClr val="F1F5FF"/>
                </a:solidFill>
              </a:defRPr>
            </a:pPr>
            <a:r>
              <a:t>• The project can be extended into a production-grade link management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16/16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640080"/>
            <a:ext cx="2468880" cy="2468880"/>
          </a:xfrm>
          <a:prstGeom prst="ellipse">
            <a:avLst/>
          </a:prstGeom>
          <a:solidFill>
            <a:srgbClr val="49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103120" cy="2103120"/>
          </a:xfrm>
          <a:prstGeom prst="ellipse">
            <a:avLst/>
          </a:prstGeom>
          <a:solidFill>
            <a:srgbClr val="3EE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 Display"/>
              </a:defRPr>
            </a:pPr>
            <a:r>
              <a:t>16.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E"/>
                </a:solidFill>
              </a:defRPr>
            </a:pPr>
            <a:r>
              <a:t>URL Shortener — LinkForge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EE0B8"/>
                </a:solidFill>
              </a:defRPr>
            </a:pPr>
            <a:r>
              <a:t>Questions &amp; Discussion</a:t>
            </a:r>
          </a:p>
          <a:p>
            <a:pPr algn="ctr">
              <a:defRPr sz="1800">
                <a:solidFill>
                  <a:srgbClr val="F1F5FF"/>
                </a:solidFill>
              </a:defRPr>
            </a:pPr>
            <a:r>
              <a:t>Prathmesh Manohar Dhumal</a:t>
            </a:r>
          </a:p>
          <a:p>
            <a:pPr algn="ctr">
              <a:defRPr sz="1400">
                <a:solidFill>
                  <a:srgbClr val="96A5BE"/>
                </a:solidFill>
              </a:defRPr>
            </a:pPr>
            <a:r>
              <a:t>prathmeshdhumal100@gmail.com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5BE"/>
                </a:solidFill>
              </a:defRPr>
            </a:pPr>
            <a:r>
              <a:t>LinkForge • Prathmesh Manohar Dhumal   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